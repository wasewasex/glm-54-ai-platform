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replaces the earlier investor deck whose numbers (342 customers, $12.3M ARR) were demo content generated by glm-4-plus, not real data. This report contains only measurable facts from the running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provenance is the whole point of this deck. Anyone can re-run the collector and get the same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 conversations and 125 messages survived multiple dev-server restarts — persistence is real and verified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maps to real source files in the repo, not aspirations.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entire codebase is pushed to GitHub with the user's PAT (stored only in gitignored .env). Session resets can no longer destroy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artifacts exist as real binaries in the repo and are downloadable inside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addresses the user's complaint about fake numbers. Honesty slide: left column = claims that were demo content, right column = verified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black boxes. The stack is standard and every layer maps to files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items are concrete and tied to existing files, unlike the fabricated projections in the old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appendix prints the exact JSON so the deck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PLATFORM REPORT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GLM 5.4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invented metrics. No demo placeholders. Every figure on the following slides was read from the live SQLite database, git history, and filesystem of this repository.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Collected </a:t>
            </a:r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2026-10-26 21:14 UTC</a:t>
            </a:r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Repo  </a:t>
            </a:r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https://github.com/WasewaseX/glm-54-ai-platform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 any number:  bun scripts/collect-real-metrics.ts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every number comes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482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SQLite 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db/custom.db via Prisma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2048256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Conversations, messages, tokens, latency, agent steps, artifacts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741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history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8130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rev-list / git log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3374136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count, build timeline, repository URL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000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Filesystem census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138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scripts/collect-real-metrics.ts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4700016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files, API routes, UI components, generated deliverables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path: bun scripts/collect-real-metrics.ts — prints the full JSON used to build this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TELEMETRY — DATABASE GROUND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usage, since first activity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persisted (Conversation rows)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stored (Message rows)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21,403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8388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actually served (prompt + completion)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replies completed &amp; stored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8056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end-to-end latency (UsageEvent)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8388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web searches executed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 model: </a:t>
            </a:r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glm-4-plus (41 messages)</a:t>
            </a:r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Platform active since: </a:t>
            </a:r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2026-10-26 14:02 UTC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Conversation / Message / UsageEvent — db/custom.db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INVENTORY — VERIFIED IN CODE &amp; E2E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actually ships (Z.ai-style modes)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+ 5 modes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92024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/ Think / Agent / Web / PPT pipelines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3880" y="19202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agent-engine.ts (755 lines) + /api/chat streaming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700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67004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survive restarts &amp; reloads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26700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+ X-Session-Token auth · E2E verified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985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41985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→ tool calls → results → final answer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83880" y="341985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agent steps recorded live in AgentStep table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966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/ long 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41696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 + retrieval for large documents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16966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context-builder.ts + Document store (3 docs)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919472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1947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&amp; files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491947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.pptx / .pdf outputs, downloadable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83880" y="49194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 table (4 artifacts) + /deliverables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66928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92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 + stats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11880" y="566928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limits and live usage stats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83880" y="56692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rate-limit.ts + /api/stats (this deck's source)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src/lib/agent-engine.ts · src/app/api/* (15 routes) · E2E agent-browser run log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— GITHUB.COM/WASEWASEX/GLM-54-AI-PLATFORM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codebase, real version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source files in src/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 (route.ts handlers)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8388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components (React .tsx)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commits on 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8056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Off-box backup — session-reset proof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77647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83880" y="4480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Fabricated numbers in this deck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window: </a:t>
            </a:r>
            <a:pPr indent="0" marL="0">
              <a:buNone/>
            </a:pPr>
            <a:r>
              <a:rPr lang="en-US" sz="1300" b="1" dirty="0">
                <a:solidFill>
                  <a:srgbClr val="EDE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2026-10-26 13:19 → 2026-10-26 21:14 UTC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rev-list --count HEAD · filesystem census · git remote push verified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PRODUCED BY THIS PLATFORM'S OWN PIPELINES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files, shipped &amp; downloadable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4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investor-update-deck.pptx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slides · speaker notes · Midnight Violet design system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by the HTML→PPTX export pipeline (batch_html2pptx.js). NOTE: its business metrics came from a demo outline — superseded by this report.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/deliverables/investor-update-deck.pptx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4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the-dark-genome.pdf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109 pages · 46,440 words · 30 chapters + epilogue · clickable TOC · QA PASS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original webnovel, written chapter-by-chapter by parallel agents with continuity tables.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/deliverables/the-dark-genome.pdf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download/*.pptx · download/the-dark-genome.pdf — served from public/deliverables (HTTP 200 verified)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 OF THE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demo content vs. what is real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Claimed earlier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Reality (sourced)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“342 customers, 187 enterprise”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3317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outline text from glm-4-plus — no such CRM data exists. Real usage: 52 conversations / 125 messages.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“$12.3M ARR, 85% YoY”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3081528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Fabricated finance content. This platform handles no billing. Real tokens served: 21,403.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“100M output token capacity”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831336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 capability of the served model (glm-4-plus). Long-context is handled honestly via RAG chunking.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58114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“Q3 $3.1M, 18-month runway”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4581144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content. Real economics: 0 paid infra — SQLite + local memory cache.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33095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lost on reload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5330952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a real bug — FIXED. Now: server-side ensureConversation + onFinish persistence, E2E verified.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 slide — transparent about provenance of every earlier claim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everything in the stack is inspectable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97480" y="192024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App Router · React 19 · Tailwind 4 · shadcn/ui · Zustand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58200" y="192024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SSE chat UI, 5-mode composer, artifact panel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2491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272491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route handlers · SSE streaming · per-user rate limiting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58200" y="2724912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X-Session-Token auth (iframe-proof), zero client secrets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95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3529584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agent-engine.ts plan→tool→answer loop · ai.ts (glm-4-plus) · rag.ts chunking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58200" y="352958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search grounding, vision, TTS-ready adapters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3425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4334256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via Prisma · 9 models · local memory cache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58200" y="4334256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Conversation/Message/AgentStep/Artifact/UsageEvent all persisted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3892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5138928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scripts/backup-to-github.sh (PAT from .env) · collect-real-metrics.ts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513892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pushes after every work session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· prisma/schema.prisma · src/lib/* — all in the public repo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— SCOPED, SHIPPABLE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(real scope, no fantasy numbers)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92024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PPT mode: server-side pptxgenjs pipeline wired into the PPT chat mode — file attached to the answer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29800" y="19202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65176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metrics surfaced in-app: live /api/stats panel on the welcome screen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29800" y="26517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release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338328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tool expansion: file upload → analysis, artifact editing, export to .docx/.pdf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29800" y="338328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window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148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41148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Large-doc scaling: RAG map-reduce summaries beyond single-context limits (honest alternative to the 100M-token myth)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29800" y="41148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window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463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48463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CI on the backup repo: lint + health check on every push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48463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72800" cy="658368"/>
          </a:xfrm>
          <a:prstGeom prst="roundRect">
            <a:avLst>
              <a:gd name="adj" fmla="val 6944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77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557784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Multi-model routing (Auto selector): pick cheapest capable model per request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29800" y="55778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derived from verified codebase state — no capacity promises beyond served model limits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collected metrics (verbatim JSON)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4160520"/>
          </a:xfrm>
          <a:prstGeom prst="roundRect">
            <a:avLst>
              <a:gd name="adj" fmla="val 1319"/>
            </a:avLst>
          </a:prstGeom>
          <a:solidFill>
            <a:srgbClr val="141A2E"/>
          </a:solidFill>
          <a:ln w="12700">
            <a:solidFill>
              <a:srgbClr val="23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10515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"collectedAt": "2026-10-26T21:14:51.143Z",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"db":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"conversations": 52,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125,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"assistantMessages": 62,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"totalTokens": 21403,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"avgLatencyMs": 4991,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"searches":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"documents":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"artifacts": 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"agentSteps":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"commits": 10,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"repo": "https://github.com/WasewaseX/glm-54-ai-platform"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"tsFiles": 93,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"apiRoutes": 15,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"uiComponents": 61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</a:t>
            </a:r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scripts/collect-real-metrics.ts — rerun any time; output feeds both this deck and the in-app dashboard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2026-10-26T21:16:46Z</dcterms:created>
  <dcterms:modified xsi:type="dcterms:W3CDTF">2026-10-26T21:16:46Z</dcterms:modified>
</cp:coreProperties>
</file>